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pd\n\nscore = U @ V.T / sqrt(d)\nSimilarity = softmax(score)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